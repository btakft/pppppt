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7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8" r:id="rId11"/>
    <p:sldId id="272" r:id="rId12"/>
    <p:sldId id="273" r:id="rId13"/>
    <p:sldId id="274" r:id="rId14"/>
    <p:sldId id="269" r:id="rId15"/>
    <p:sldId id="271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850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332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42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28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318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686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15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618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316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240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111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575464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3752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8215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1733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1006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655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9216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A74AA43-2F41-457D-9B71-AA5EB2C67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Okosredőny	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421DA9B-D382-4292-A40D-E0FF73B8C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Készítette: Patai Dániel</a:t>
            </a:r>
          </a:p>
        </p:txBody>
      </p:sp>
    </p:spTree>
    <p:extLst>
      <p:ext uri="{BB962C8B-B14F-4D97-AF65-F5344CB8AC3E}">
        <p14:creationId xmlns:p14="http://schemas.microsoft.com/office/powerpoint/2010/main" val="625067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 az az okos redőny?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Az okos redőny egy motorral ellátott árnyékoló rendszer, amely automatizálható.</a:t>
            </a:r>
          </a:p>
          <a:p>
            <a:r>
              <a:t>Segítségével kényelmesebben szabályozhatjuk az otthonunk fényviszonyait.</a:t>
            </a:r>
          </a:p>
          <a:p>
            <a:r>
              <a:t>Távolról is vezérelhető, így akkor is irányíthatjuk, ha nem vagyunk otthon.</a:t>
            </a:r>
          </a:p>
          <a:p>
            <a:r>
              <a:t>Egyre fontosabb része a modern okosotthonoknak.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Hogyan működik?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A redőny belsejében egy elektromos csőmotor található, amely fel- és lemozgatja az árnyékolót.</a:t>
            </a:r>
          </a:p>
          <a:p>
            <a:r>
              <a:t>A vezérlés történhet fali kapcsolóval, távirányítóval vagy mobilalkalmazással.</a:t>
            </a:r>
          </a:p>
          <a:p>
            <a:r>
              <a:t>Beállíthatunk automatikus időpontokat vagy szenzorokhoz kötött működést.</a:t>
            </a:r>
          </a:p>
          <a:p>
            <a:r>
              <a:t>Például erős napsütés esetén automatikusan leereszkedhet.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Fő funkciók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Az időzített működés segít kialakítani egy napi rutint.</a:t>
            </a:r>
          </a:p>
          <a:p>
            <a:r>
              <a:t>A távoli vezérlés növeli a biztonságot, mert úgy tűnhet, mintha otthon lennénk.</a:t>
            </a:r>
          </a:p>
          <a:p>
            <a:r>
              <a:t>A hangvezérlés gyors és kényelmes megoldás.</a:t>
            </a:r>
          </a:p>
          <a:p>
            <a:r>
              <a:t>Az automatizációk lehetővé teszik, hogy több eszköz együtt működjön.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Kommunikációs technológiák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A Wi‑Fi alapú rendszerek könnyen telepíthetők, általában nem igényelnek központi egységet.</a:t>
            </a:r>
          </a:p>
          <a:p>
            <a:r>
              <a:t>A Zigbee stabilabb hálózatot biztosít nagyobb otthonokban.</a:t>
            </a:r>
          </a:p>
          <a:p>
            <a:r>
              <a:t>A Matter egy új szabvány, amely javítja a kompatibilitást.</a:t>
            </a:r>
          </a:p>
          <a:p>
            <a:r>
              <a:t>Bluetooth inkább kisebb rendszerekhez ajánlott.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Előnyök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Az egyik legnagyobb előny a kényelem, hiszen nem kell manuálisan kezelni a redőnyt.</a:t>
            </a:r>
          </a:p>
          <a:p>
            <a:r>
              <a:t>Energiát takaríthatunk meg a jobb hőszigetelés miatt.</a:t>
            </a:r>
          </a:p>
          <a:p>
            <a:r>
              <a:t>Nyáron csökkentheti a lakás felmelegedését.</a:t>
            </a:r>
          </a:p>
          <a:p>
            <a:r>
              <a:t>Télen segíthet bent tartani a meleget.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Hátrányok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kezdeti beruházás magasabb lehet, mint a hagyományos redőnyöknél.</a:t>
            </a:r>
          </a:p>
          <a:p>
            <a:r>
              <a:t>Bizonyos típusoknál szakemberre van szükség a telepítéshez.</a:t>
            </a:r>
          </a:p>
          <a:p>
            <a:r>
              <a:t>Az okos funkciók internetkapcsolatot igényelhetnek.</a:t>
            </a:r>
          </a:p>
          <a:p>
            <a:r>
              <a:t>Fontos a kompatibilitás ellenőrzése vásárlás előtt.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Mire </a:t>
            </a:r>
            <a:r>
              <a:rPr lang="hu-HU" dirty="0"/>
              <a:t>kell figyelni.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Érdemes ellenőrizni, hogy működik-e a meglévő okosotthon rendszerünkkel.</a:t>
            </a:r>
          </a:p>
          <a:p>
            <a:r>
              <a:t>Figyeljünk a motor teljesítményére és a zajszintre.</a:t>
            </a:r>
          </a:p>
          <a:p>
            <a:r>
              <a:t>A hosszabb garancia általában megbízhatóbb terméket jelez.</a:t>
            </a:r>
          </a:p>
          <a:p>
            <a:r>
              <a:t>Gondoljuk át, hogy új rendszert építünk vagy meglévőt okosítunk.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Retrofit megoldás – SwitchBot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SwitchBot jó választás, ha nem szeretnénk teljes redőnycserét.</a:t>
            </a:r>
          </a:p>
          <a:p>
            <a:r>
              <a:t>Gyorsan felszerelhető.</a:t>
            </a:r>
          </a:p>
          <a:p>
            <a:r>
              <a:t>Költséghatékony megoldás.</a:t>
            </a:r>
          </a:p>
          <a:p>
            <a:r>
              <a:t>Inkább könnyebb árnyékolókhoz ajánlott.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Melyiket válaszd?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Új</a:t>
            </a:r>
            <a:r>
              <a:rPr dirty="0"/>
              <a:t> </a:t>
            </a:r>
            <a:r>
              <a:rPr dirty="0" err="1"/>
              <a:t>építés</a:t>
            </a:r>
            <a:r>
              <a:rPr dirty="0"/>
              <a:t> </a:t>
            </a:r>
            <a:r>
              <a:rPr dirty="0" err="1"/>
              <a:t>vagy</a:t>
            </a:r>
            <a:r>
              <a:rPr dirty="0"/>
              <a:t> </a:t>
            </a:r>
            <a:r>
              <a:rPr dirty="0" err="1"/>
              <a:t>teljes</a:t>
            </a:r>
            <a:r>
              <a:rPr dirty="0"/>
              <a:t> </a:t>
            </a:r>
            <a:r>
              <a:rPr dirty="0" err="1"/>
              <a:t>felújítás</a:t>
            </a:r>
            <a:r>
              <a:rPr dirty="0"/>
              <a:t> </a:t>
            </a:r>
            <a:r>
              <a:rPr dirty="0" err="1"/>
              <a:t>esetén</a:t>
            </a:r>
            <a:r>
              <a:rPr dirty="0"/>
              <a:t> </a:t>
            </a:r>
            <a:r>
              <a:rPr dirty="0" err="1"/>
              <a:t>érdemes</a:t>
            </a:r>
            <a:r>
              <a:rPr dirty="0"/>
              <a:t> </a:t>
            </a:r>
            <a:r>
              <a:rPr dirty="0" err="1"/>
              <a:t>prémium</a:t>
            </a:r>
            <a:r>
              <a:rPr dirty="0"/>
              <a:t> </a:t>
            </a:r>
            <a:r>
              <a:rPr dirty="0" err="1"/>
              <a:t>rendszert</a:t>
            </a:r>
            <a:r>
              <a:rPr dirty="0"/>
              <a:t> </a:t>
            </a:r>
            <a:r>
              <a:rPr dirty="0" err="1"/>
              <a:t>választani</a:t>
            </a:r>
            <a:r>
              <a:rPr dirty="0"/>
              <a:t>.</a:t>
            </a:r>
          </a:p>
          <a:p>
            <a:r>
              <a:rPr dirty="0"/>
              <a:t>Ha </a:t>
            </a:r>
            <a:r>
              <a:rPr dirty="0" err="1"/>
              <a:t>fontos</a:t>
            </a:r>
            <a:r>
              <a:rPr dirty="0"/>
              <a:t> a </a:t>
            </a:r>
            <a:r>
              <a:rPr dirty="0" err="1"/>
              <a:t>költséghatékonyság</a:t>
            </a:r>
            <a:r>
              <a:rPr dirty="0"/>
              <a:t>, </a:t>
            </a:r>
            <a:r>
              <a:rPr dirty="0" err="1"/>
              <a:t>az</a:t>
            </a:r>
            <a:r>
              <a:rPr dirty="0"/>
              <a:t> </a:t>
            </a:r>
            <a:r>
              <a:rPr dirty="0" err="1"/>
              <a:t>Aqara</a:t>
            </a:r>
            <a:r>
              <a:rPr dirty="0"/>
              <a:t> </a:t>
            </a:r>
            <a:r>
              <a:rPr dirty="0" err="1"/>
              <a:t>remek</a:t>
            </a:r>
            <a:r>
              <a:rPr dirty="0"/>
              <a:t> </a:t>
            </a:r>
            <a:r>
              <a:rPr dirty="0" err="1"/>
              <a:t>opció</a:t>
            </a:r>
            <a:r>
              <a:rPr dirty="0"/>
              <a:t>.</a:t>
            </a:r>
          </a:p>
          <a:p>
            <a:r>
              <a:rPr dirty="0" err="1"/>
              <a:t>Egyszerű</a:t>
            </a:r>
            <a:r>
              <a:rPr dirty="0"/>
              <a:t> </a:t>
            </a:r>
            <a:r>
              <a:rPr dirty="0" err="1"/>
              <a:t>fejlesztéshez</a:t>
            </a:r>
            <a:r>
              <a:rPr dirty="0"/>
              <a:t> a retrofit </a:t>
            </a:r>
            <a:r>
              <a:rPr dirty="0" err="1"/>
              <a:t>megoldások</a:t>
            </a:r>
            <a:r>
              <a:rPr dirty="0"/>
              <a:t> a </a:t>
            </a:r>
            <a:r>
              <a:rPr dirty="0" err="1"/>
              <a:t>legjobbak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09" y="452718"/>
            <a:ext cx="7753769" cy="1400530"/>
          </a:xfrm>
        </p:spPr>
        <p:txBody>
          <a:bodyPr/>
          <a:lstStyle/>
          <a:p>
            <a:r>
              <a:rPr dirty="0" err="1"/>
              <a:t>Okos</a:t>
            </a:r>
            <a:r>
              <a:rPr dirty="0"/>
              <a:t> </a:t>
            </a:r>
            <a:r>
              <a:rPr dirty="0" err="1"/>
              <a:t>redőny</a:t>
            </a:r>
            <a:r>
              <a:rPr dirty="0"/>
              <a:t> </a:t>
            </a:r>
            <a:r>
              <a:rPr dirty="0" err="1"/>
              <a:t>vezérlése</a:t>
            </a:r>
            <a:r>
              <a:rPr dirty="0"/>
              <a:t> </a:t>
            </a:r>
            <a:r>
              <a:rPr dirty="0" err="1"/>
              <a:t>telefonról</a:t>
            </a:r>
            <a:r>
              <a:rPr lang="hu-HU" dirty="0"/>
              <a:t> vagy távirányítóval</a:t>
            </a:r>
            <a:endParaRPr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9560800F-4C5A-4FA3-8DE7-172CB2C60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7615"/>
            <a:ext cx="5002008" cy="3855733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C8C0550E-FA75-4CFF-A0EF-BEE3DB33B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2008" y="1853248"/>
            <a:ext cx="3760253" cy="482830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3 okos redőny motor összehasonlítása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4B69D03F-72D1-4243-A733-848EEB18A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92458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Melyiket választanám?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Az Aqara Roller Shade Driver E1-et választanám.</a:t>
            </a:r>
          </a:p>
          <a:p>
            <a:endParaRPr/>
          </a:p>
          <a:p>
            <a:r>
              <a:t>• Közel prémium élményt ad kedvezőbb áron.</a:t>
            </a:r>
          </a:p>
          <a:p>
            <a:r>
              <a:t>• Egyszerű telepítés és megbízható működés.</a:t>
            </a:r>
          </a:p>
          <a:p>
            <a:r>
              <a:t>• Széles okosotthon kompatibilitás.</a:t>
            </a:r>
          </a:p>
          <a:p>
            <a:r>
              <a:t>• Ideális választás a legtöbb modern otthonba.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Jövő trendjei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Az automatizált otthonok egyre elterjedtebbek.</a:t>
            </a:r>
          </a:p>
          <a:p>
            <a:r>
              <a:t>A mesterséges intelligencia segíthet optimalizálni az árnyékolást.</a:t>
            </a:r>
          </a:p>
          <a:p>
            <a:r>
              <a:t>Az energiahatékonyság kulcsfontosságú trend.</a:t>
            </a:r>
          </a:p>
          <a:p>
            <a:r>
              <a:t>A jövőben még több eszköz működik majd együtt.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Köszönöm</a:t>
            </a:r>
            <a:r>
              <a:rPr dirty="0"/>
              <a:t> a </a:t>
            </a:r>
            <a:r>
              <a:rPr dirty="0" err="1"/>
              <a:t>figyelmet</a:t>
            </a:r>
            <a:r>
              <a:rPr dirty="0"/>
              <a:t>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434</Words>
  <Application>Microsoft Office PowerPoint</Application>
  <PresentationFormat>Diavetítés a képernyőre (4:3 oldalarány)</PresentationFormat>
  <Paragraphs>61</Paragraphs>
  <Slides>15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Ion</vt:lpstr>
      <vt:lpstr>Okosredőny </vt:lpstr>
      <vt:lpstr>Mi az az okos redőny?</vt:lpstr>
      <vt:lpstr>Hogyan működik?</vt:lpstr>
      <vt:lpstr>Fő funkciók</vt:lpstr>
      <vt:lpstr>Kommunikációs technológiák</vt:lpstr>
      <vt:lpstr>Előnyök</vt:lpstr>
      <vt:lpstr>Hátrányok</vt:lpstr>
      <vt:lpstr>Mire kell figyelni.</vt:lpstr>
      <vt:lpstr>Retrofit megoldás – SwitchBot</vt:lpstr>
      <vt:lpstr>Melyiket válaszd?</vt:lpstr>
      <vt:lpstr>Okos redőny vezérlése telefonról vagy távirányítóval</vt:lpstr>
      <vt:lpstr>3 okos redőny motor összehasonlítása</vt:lpstr>
      <vt:lpstr>Melyiket választanám?</vt:lpstr>
      <vt:lpstr>Jövő trendjei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Okos redőnyök – Amit tudni kell</dc:title>
  <dc:subject/>
  <dc:creator>Vizsgazo</dc:creator>
  <cp:keywords/>
  <dc:description>generated using python-pptx</dc:description>
  <cp:lastModifiedBy>Vizsgazo</cp:lastModifiedBy>
  <cp:revision>8</cp:revision>
  <dcterms:created xsi:type="dcterms:W3CDTF">2013-01-27T09:14:16Z</dcterms:created>
  <dcterms:modified xsi:type="dcterms:W3CDTF">2026-02-09T10:34:41Z</dcterms:modified>
  <cp:category/>
</cp:coreProperties>
</file>