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F07A-5FD1-4BBE-A041-04E87CAD839A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A37-186B-4C64-9341-E955804678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6393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F07A-5FD1-4BBE-A041-04E87CAD839A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A37-186B-4C64-9341-E955804678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5802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F07A-5FD1-4BBE-A041-04E87CAD839A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A37-186B-4C64-9341-E955804678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89643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F07A-5FD1-4BBE-A041-04E87CAD839A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A37-186B-4C64-9341-E955804678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7049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F07A-5FD1-4BBE-A041-04E87CAD839A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A37-186B-4C64-9341-E955804678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97408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F07A-5FD1-4BBE-A041-04E87CAD839A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A37-186B-4C64-9341-E955804678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1911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F07A-5FD1-4BBE-A041-04E87CAD839A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A37-186B-4C64-9341-E955804678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02575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F07A-5FD1-4BBE-A041-04E87CAD839A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A37-186B-4C64-9341-E955804678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5141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F07A-5FD1-4BBE-A041-04E87CAD839A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A37-186B-4C64-9341-E955804678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5052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F07A-5FD1-4BBE-A041-04E87CAD839A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A37-186B-4C64-9341-E955804678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1601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F07A-5FD1-4BBE-A041-04E87CAD839A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A37-186B-4C64-9341-E955804678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82591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F07A-5FD1-4BBE-A041-04E87CAD839A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A37-186B-4C64-9341-E9558046785F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48567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F07A-5FD1-4BBE-A041-04E87CAD839A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A37-186B-4C64-9341-E955804678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427783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F07A-5FD1-4BBE-A041-04E87CAD839A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A37-186B-4C64-9341-E955804678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19282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F07A-5FD1-4BBE-A041-04E87CAD839A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A37-186B-4C64-9341-E955804678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741926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F07A-5FD1-4BBE-A041-04E87CAD839A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A37-186B-4C64-9341-E955804678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068465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F07A-5FD1-4BBE-A041-04E87CAD839A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A37-186B-4C64-9341-E955804678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2771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622F07A-5FD1-4BBE-A041-04E87CAD839A}" type="datetimeFigureOut">
              <a:rPr lang="hu-HU" smtClean="0"/>
              <a:t>2026. 02. 19.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29A37-186B-4C64-9341-E955804678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817259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08E945A-8D56-413B-B1E1-E76A22163B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internet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8D29F27-AD49-4CCB-8B93-C775C67E4E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1381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BE4E0F2-B8FC-4F08-B519-E4403CCE0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alapconfig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EFCBE09-20C1-45A1-9B72-744857113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Username</a:t>
            </a:r>
            <a:r>
              <a:rPr lang="hu-HU" dirty="0"/>
              <a:t> </a:t>
            </a:r>
            <a:r>
              <a:rPr lang="hu-HU" dirty="0" err="1"/>
              <a:t>cisco</a:t>
            </a:r>
            <a:r>
              <a:rPr lang="hu-HU" dirty="0"/>
              <a:t> </a:t>
            </a:r>
            <a:r>
              <a:rPr lang="hu-HU" dirty="0" err="1"/>
              <a:t>secret</a:t>
            </a:r>
            <a:r>
              <a:rPr lang="hu-HU" dirty="0"/>
              <a:t> </a:t>
            </a:r>
            <a:r>
              <a:rPr lang="hu-HU" dirty="0" err="1"/>
              <a:t>cisco</a:t>
            </a:r>
            <a:r>
              <a:rPr lang="hu-HU" dirty="0"/>
              <a:t>	</a:t>
            </a:r>
          </a:p>
          <a:p>
            <a:r>
              <a:rPr lang="hu-HU" dirty="0"/>
              <a:t>Line </a:t>
            </a:r>
            <a:r>
              <a:rPr lang="hu-HU" dirty="0" err="1"/>
              <a:t>vty</a:t>
            </a:r>
            <a:r>
              <a:rPr lang="hu-HU" dirty="0"/>
              <a:t> 0 15	</a:t>
            </a:r>
          </a:p>
          <a:p>
            <a:pPr lvl="1"/>
            <a:r>
              <a:rPr lang="hu-HU" dirty="0"/>
              <a:t>Login local</a:t>
            </a:r>
          </a:p>
          <a:p>
            <a:pPr lvl="1"/>
            <a:r>
              <a:rPr lang="hu-HU" dirty="0" err="1"/>
              <a:t>Transport</a:t>
            </a:r>
            <a:r>
              <a:rPr lang="hu-HU" dirty="0"/>
              <a:t> input </a:t>
            </a:r>
            <a:r>
              <a:rPr lang="hu-HU" dirty="0" err="1"/>
              <a:t>ssh</a:t>
            </a:r>
            <a:endParaRPr lang="hu-HU" dirty="0"/>
          </a:p>
          <a:p>
            <a:r>
              <a:rPr lang="hu-HU" dirty="0" err="1"/>
              <a:t>Ip</a:t>
            </a:r>
            <a:r>
              <a:rPr lang="hu-HU" dirty="0"/>
              <a:t> </a:t>
            </a:r>
            <a:r>
              <a:rPr lang="hu-HU" dirty="0" err="1"/>
              <a:t>domain</a:t>
            </a:r>
            <a:r>
              <a:rPr lang="hu-HU" dirty="0"/>
              <a:t> </a:t>
            </a:r>
            <a:r>
              <a:rPr lang="hu-HU" dirty="0" err="1"/>
              <a:t>name</a:t>
            </a:r>
            <a:r>
              <a:rPr lang="hu-HU" dirty="0"/>
              <a:t> R1.karacs.hu</a:t>
            </a:r>
          </a:p>
          <a:p>
            <a:r>
              <a:rPr lang="hu-HU" dirty="0" err="1"/>
              <a:t>Ena</a:t>
            </a:r>
            <a:r>
              <a:rPr lang="hu-HU" dirty="0"/>
              <a:t> </a:t>
            </a:r>
            <a:r>
              <a:rPr lang="hu-HU" dirty="0" err="1"/>
              <a:t>secret</a:t>
            </a:r>
            <a:r>
              <a:rPr lang="hu-HU" dirty="0"/>
              <a:t> </a:t>
            </a:r>
            <a:r>
              <a:rPr lang="hu-HU" dirty="0" err="1"/>
              <a:t>cisco</a:t>
            </a:r>
            <a:endParaRPr lang="hu-HU" dirty="0"/>
          </a:p>
          <a:p>
            <a:r>
              <a:rPr lang="hu-HU" dirty="0" err="1"/>
              <a:t>Hostname</a:t>
            </a:r>
            <a:r>
              <a:rPr lang="hu-HU" dirty="0"/>
              <a:t> R1</a:t>
            </a:r>
          </a:p>
          <a:p>
            <a:r>
              <a:rPr lang="hu-HU" dirty="0" err="1"/>
              <a:t>Crypto</a:t>
            </a:r>
            <a:r>
              <a:rPr lang="hu-HU" dirty="0"/>
              <a:t> </a:t>
            </a:r>
            <a:r>
              <a:rPr lang="hu-HU" dirty="0" err="1"/>
              <a:t>key</a:t>
            </a:r>
            <a:r>
              <a:rPr lang="hu-HU" dirty="0"/>
              <a:t> </a:t>
            </a:r>
            <a:r>
              <a:rPr lang="hu-HU" dirty="0" err="1"/>
              <a:t>generate</a:t>
            </a:r>
            <a:r>
              <a:rPr lang="hu-HU" dirty="0"/>
              <a:t> </a:t>
            </a:r>
            <a:r>
              <a:rPr lang="hu-HU" dirty="0" err="1"/>
              <a:t>rsa</a:t>
            </a:r>
            <a:r>
              <a:rPr lang="hu-HU" dirty="0"/>
              <a:t>(2048)</a:t>
            </a:r>
          </a:p>
          <a:p>
            <a:r>
              <a:rPr lang="hu-HU" dirty="0"/>
              <a:t>Router </a:t>
            </a:r>
            <a:r>
              <a:rPr lang="hu-HU" dirty="0" err="1"/>
              <a:t>ospf</a:t>
            </a:r>
            <a:r>
              <a:rPr lang="hu-HU" dirty="0"/>
              <a:t> 1</a:t>
            </a:r>
          </a:p>
          <a:p>
            <a:pPr lvl="1"/>
            <a:r>
              <a:rPr lang="hu-HU" dirty="0"/>
              <a:t>Router-</a:t>
            </a:r>
            <a:r>
              <a:rPr lang="hu-HU" dirty="0" err="1"/>
              <a:t>id</a:t>
            </a:r>
            <a:r>
              <a:rPr lang="hu-HU" dirty="0"/>
              <a:t> 1.1.1.1</a:t>
            </a:r>
          </a:p>
        </p:txBody>
      </p:sp>
    </p:spTree>
    <p:extLst>
      <p:ext uri="{BB962C8B-B14F-4D97-AF65-F5344CB8AC3E}">
        <p14:creationId xmlns:p14="http://schemas.microsoft.com/office/powerpoint/2010/main" val="3510807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7706C00-C8A4-47F2-87F5-406DB30ED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Lan</a:t>
            </a:r>
            <a:r>
              <a:rPr lang="hu-HU" dirty="0"/>
              <a:t> </a:t>
            </a:r>
            <a:r>
              <a:rPr lang="hu-HU" dirty="0" err="1"/>
              <a:t>interface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FCD2DE5-A15C-48D0-9620-F6FFCB0C5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interface GigabitEthernet0/0/1</a:t>
            </a:r>
          </a:p>
          <a:p>
            <a:r>
              <a:rPr lang="en-US" dirty="0"/>
              <a:t> </a:t>
            </a:r>
            <a:r>
              <a:rPr lang="en-US" dirty="0" err="1"/>
              <a:t>ip</a:t>
            </a:r>
            <a:r>
              <a:rPr lang="en-US" dirty="0"/>
              <a:t> address 192.168.</a:t>
            </a:r>
            <a:r>
              <a:rPr lang="hu-HU" dirty="0"/>
              <a:t>4</a:t>
            </a:r>
            <a:r>
              <a:rPr lang="en-US" dirty="0"/>
              <a:t>.1 255.255.255.0</a:t>
            </a:r>
          </a:p>
          <a:p>
            <a:r>
              <a:rPr lang="en-US" dirty="0"/>
              <a:t>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nat</a:t>
            </a:r>
            <a:r>
              <a:rPr lang="en-US" dirty="0"/>
              <a:t> inside</a:t>
            </a:r>
            <a:endParaRPr lang="hu-HU" dirty="0"/>
          </a:p>
          <a:p>
            <a:r>
              <a:rPr lang="hu-HU" dirty="0" err="1"/>
              <a:t>Ip</a:t>
            </a:r>
            <a:r>
              <a:rPr lang="hu-HU" dirty="0"/>
              <a:t> </a:t>
            </a:r>
            <a:r>
              <a:rPr lang="hu-HU" dirty="0" err="1"/>
              <a:t>ospf</a:t>
            </a:r>
            <a:r>
              <a:rPr lang="hu-HU" dirty="0"/>
              <a:t> 1 </a:t>
            </a:r>
            <a:r>
              <a:rPr lang="hu-HU" dirty="0" err="1"/>
              <a:t>area</a:t>
            </a:r>
            <a:r>
              <a:rPr lang="hu-HU" dirty="0"/>
              <a:t> 0</a:t>
            </a:r>
            <a:endParaRPr lang="en-US" dirty="0"/>
          </a:p>
          <a:p>
            <a:r>
              <a:rPr lang="en-US" dirty="0"/>
              <a:t> negotiation auto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43528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096C471-AA7B-4F01-9175-F0B3E99BF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Serial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96E0685-E629-404C-9BD1-CDD166C2B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ip</a:t>
            </a:r>
            <a:r>
              <a:rPr lang="en-US" dirty="0"/>
              <a:t> address 192.168.5.2 255.255.255.252</a:t>
            </a:r>
          </a:p>
          <a:p>
            <a:r>
              <a:rPr lang="en-US" dirty="0"/>
              <a:t>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nat</a:t>
            </a:r>
            <a:r>
              <a:rPr lang="en-US" dirty="0"/>
              <a:t> inside</a:t>
            </a:r>
          </a:p>
          <a:p>
            <a:r>
              <a:rPr lang="en-US" dirty="0"/>
              <a:t>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ospf</a:t>
            </a:r>
            <a:r>
              <a:rPr lang="en-US" dirty="0"/>
              <a:t> 1 area 0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26520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8CE6B1F-6149-4025-9F22-A7F3AEFE1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Wan</a:t>
            </a:r>
            <a:r>
              <a:rPr lang="hu-HU" dirty="0"/>
              <a:t> </a:t>
            </a:r>
            <a:r>
              <a:rPr lang="hu-HU" dirty="0" err="1"/>
              <a:t>interface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670D85B-7CA8-4D95-BCBC-1FC429578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interface GigabitEthernet0/0/0</a:t>
            </a:r>
          </a:p>
          <a:p>
            <a:r>
              <a:rPr lang="en-US" dirty="0"/>
              <a:t> </a:t>
            </a:r>
            <a:r>
              <a:rPr lang="en-US" dirty="0" err="1"/>
              <a:t>ip</a:t>
            </a:r>
            <a:r>
              <a:rPr lang="en-US" dirty="0"/>
              <a:t> address </a:t>
            </a:r>
            <a:r>
              <a:rPr lang="en-US" dirty="0" err="1"/>
              <a:t>dhcp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nat</a:t>
            </a:r>
            <a:r>
              <a:rPr lang="en-US" dirty="0"/>
              <a:t> outside</a:t>
            </a:r>
            <a:endParaRPr lang="hu-HU" dirty="0"/>
          </a:p>
          <a:p>
            <a:r>
              <a:rPr lang="hu-HU" dirty="0" err="1"/>
              <a:t>Ip</a:t>
            </a:r>
            <a:r>
              <a:rPr lang="hu-HU" dirty="0"/>
              <a:t> </a:t>
            </a:r>
            <a:r>
              <a:rPr lang="hu-HU" dirty="0" err="1"/>
              <a:t>ospf</a:t>
            </a:r>
            <a:r>
              <a:rPr lang="hu-HU" dirty="0"/>
              <a:t> 1 </a:t>
            </a:r>
            <a:r>
              <a:rPr lang="hu-HU" dirty="0" err="1"/>
              <a:t>area</a:t>
            </a:r>
            <a:r>
              <a:rPr lang="hu-HU" dirty="0"/>
              <a:t> 0 </a:t>
            </a:r>
            <a:endParaRPr lang="en-US" dirty="0"/>
          </a:p>
          <a:p>
            <a:r>
              <a:rPr lang="en-US" dirty="0"/>
              <a:t> negotiation auto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28700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7B6A1DB-383C-4D69-BFB8-4BC169E3E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Nat</a:t>
            </a:r>
            <a:r>
              <a:rPr lang="hu-HU" dirty="0"/>
              <a:t> + </a:t>
            </a:r>
            <a:r>
              <a:rPr lang="hu-HU" dirty="0" err="1"/>
              <a:t>ip</a:t>
            </a:r>
            <a:r>
              <a:rPr lang="hu-HU" dirty="0"/>
              <a:t> </a:t>
            </a:r>
            <a:r>
              <a:rPr lang="hu-HU" dirty="0" err="1"/>
              <a:t>route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AD2C0B2-F92C-4B8C-9B2C-76DE6ECD2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ip</a:t>
            </a:r>
            <a:r>
              <a:rPr lang="hu-HU" dirty="0"/>
              <a:t> </a:t>
            </a:r>
            <a:r>
              <a:rPr lang="hu-HU" dirty="0" err="1"/>
              <a:t>access-list</a:t>
            </a:r>
            <a:r>
              <a:rPr lang="hu-HU" dirty="0"/>
              <a:t> standard 1</a:t>
            </a:r>
          </a:p>
          <a:p>
            <a:r>
              <a:rPr lang="hu-HU" dirty="0"/>
              <a:t> 10 permit 192.168.3.0 0.0.0.255</a:t>
            </a:r>
          </a:p>
          <a:p>
            <a:r>
              <a:rPr lang="hu-HU" dirty="0"/>
              <a:t> 20 permit 192.168.4.0 0.0.0.255</a:t>
            </a:r>
          </a:p>
          <a:p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nat</a:t>
            </a:r>
            <a:r>
              <a:rPr lang="en-US" dirty="0"/>
              <a:t> pool MEDENCE 10.204.211.104 10.204.211.104 netmask 255.255.255.192</a:t>
            </a:r>
          </a:p>
          <a:p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nat</a:t>
            </a:r>
            <a:r>
              <a:rPr lang="en-US" dirty="0"/>
              <a:t> inside source list 1 pool MEDENCE overload</a:t>
            </a:r>
            <a:endParaRPr lang="hu-HU" dirty="0"/>
          </a:p>
          <a:p>
            <a:r>
              <a:rPr lang="hu-HU" dirty="0" err="1"/>
              <a:t>ip</a:t>
            </a:r>
            <a:r>
              <a:rPr lang="hu-HU" dirty="0"/>
              <a:t> </a:t>
            </a:r>
            <a:r>
              <a:rPr lang="hu-HU" dirty="0" err="1"/>
              <a:t>route</a:t>
            </a:r>
            <a:r>
              <a:rPr lang="hu-HU" dirty="0"/>
              <a:t> 0.0.0.0 0.0.0.0 10.204.211.126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3979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1D8FF4-9BA7-4921-A4B0-83179C5E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R2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2F064FE-739A-4D6D-ABD7-813EF0B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Username</a:t>
            </a:r>
            <a:r>
              <a:rPr lang="hu-HU" dirty="0"/>
              <a:t> </a:t>
            </a:r>
            <a:r>
              <a:rPr lang="hu-HU" dirty="0" err="1"/>
              <a:t>cisco</a:t>
            </a:r>
            <a:r>
              <a:rPr lang="hu-HU" dirty="0"/>
              <a:t> </a:t>
            </a:r>
            <a:r>
              <a:rPr lang="hu-HU" dirty="0" err="1"/>
              <a:t>secret</a:t>
            </a:r>
            <a:r>
              <a:rPr lang="hu-HU" dirty="0"/>
              <a:t> </a:t>
            </a:r>
            <a:r>
              <a:rPr lang="hu-HU" dirty="0" err="1"/>
              <a:t>cisco</a:t>
            </a:r>
            <a:r>
              <a:rPr lang="hu-HU" dirty="0"/>
              <a:t>	</a:t>
            </a:r>
          </a:p>
          <a:p>
            <a:r>
              <a:rPr lang="hu-HU" dirty="0"/>
              <a:t>Line </a:t>
            </a:r>
            <a:r>
              <a:rPr lang="hu-HU" dirty="0" err="1"/>
              <a:t>vty</a:t>
            </a:r>
            <a:r>
              <a:rPr lang="hu-HU" dirty="0"/>
              <a:t> 0 15	</a:t>
            </a:r>
          </a:p>
          <a:p>
            <a:pPr lvl="1"/>
            <a:r>
              <a:rPr lang="hu-HU" dirty="0"/>
              <a:t>Login local</a:t>
            </a:r>
          </a:p>
          <a:p>
            <a:pPr lvl="1"/>
            <a:r>
              <a:rPr lang="hu-HU" dirty="0" err="1"/>
              <a:t>Transport</a:t>
            </a:r>
            <a:r>
              <a:rPr lang="hu-HU" dirty="0"/>
              <a:t> input </a:t>
            </a:r>
            <a:r>
              <a:rPr lang="hu-HU" dirty="0" err="1"/>
              <a:t>ssh</a:t>
            </a:r>
            <a:endParaRPr lang="hu-HU" dirty="0"/>
          </a:p>
          <a:p>
            <a:r>
              <a:rPr lang="hu-HU" dirty="0" err="1"/>
              <a:t>Ip</a:t>
            </a:r>
            <a:r>
              <a:rPr lang="hu-HU" dirty="0"/>
              <a:t> </a:t>
            </a:r>
            <a:r>
              <a:rPr lang="hu-HU" dirty="0" err="1"/>
              <a:t>domain</a:t>
            </a:r>
            <a:r>
              <a:rPr lang="hu-HU" dirty="0"/>
              <a:t> </a:t>
            </a:r>
            <a:r>
              <a:rPr lang="hu-HU" dirty="0" err="1"/>
              <a:t>name</a:t>
            </a:r>
            <a:r>
              <a:rPr lang="hu-HU" dirty="0"/>
              <a:t> R2.karacs.hu</a:t>
            </a:r>
          </a:p>
          <a:p>
            <a:r>
              <a:rPr lang="hu-HU" dirty="0" err="1"/>
              <a:t>Ena</a:t>
            </a:r>
            <a:r>
              <a:rPr lang="hu-HU" dirty="0"/>
              <a:t> </a:t>
            </a:r>
            <a:r>
              <a:rPr lang="hu-HU" dirty="0" err="1"/>
              <a:t>secret</a:t>
            </a:r>
            <a:r>
              <a:rPr lang="hu-HU" dirty="0"/>
              <a:t> </a:t>
            </a:r>
            <a:r>
              <a:rPr lang="hu-HU" dirty="0" err="1"/>
              <a:t>cisco</a:t>
            </a:r>
            <a:endParaRPr lang="hu-HU" dirty="0"/>
          </a:p>
          <a:p>
            <a:r>
              <a:rPr lang="hu-HU" dirty="0" err="1"/>
              <a:t>Hostname</a:t>
            </a:r>
            <a:r>
              <a:rPr lang="hu-HU" dirty="0"/>
              <a:t> R2</a:t>
            </a:r>
          </a:p>
          <a:p>
            <a:r>
              <a:rPr lang="hu-HU" dirty="0" err="1"/>
              <a:t>Crypto</a:t>
            </a:r>
            <a:r>
              <a:rPr lang="hu-HU" dirty="0"/>
              <a:t> </a:t>
            </a:r>
            <a:r>
              <a:rPr lang="hu-HU" dirty="0" err="1"/>
              <a:t>key</a:t>
            </a:r>
            <a:r>
              <a:rPr lang="hu-HU" dirty="0"/>
              <a:t> </a:t>
            </a:r>
            <a:r>
              <a:rPr lang="hu-HU" dirty="0" err="1"/>
              <a:t>generate</a:t>
            </a:r>
            <a:r>
              <a:rPr lang="hu-HU" dirty="0"/>
              <a:t> </a:t>
            </a:r>
            <a:r>
              <a:rPr lang="hu-HU" dirty="0" err="1"/>
              <a:t>rsa</a:t>
            </a:r>
            <a:r>
              <a:rPr lang="hu-HU" dirty="0"/>
              <a:t>(2048)</a:t>
            </a:r>
          </a:p>
          <a:p>
            <a:r>
              <a:rPr lang="hu-HU" dirty="0"/>
              <a:t>Router </a:t>
            </a:r>
            <a:r>
              <a:rPr lang="hu-HU" dirty="0" err="1"/>
              <a:t>ospf</a:t>
            </a:r>
            <a:r>
              <a:rPr lang="hu-HU" dirty="0"/>
              <a:t> 1 </a:t>
            </a:r>
          </a:p>
          <a:p>
            <a:pPr lvl="1"/>
            <a:r>
              <a:rPr lang="hu-HU" dirty="0"/>
              <a:t>Router-</a:t>
            </a:r>
            <a:r>
              <a:rPr lang="hu-HU" dirty="0" err="1"/>
              <a:t>id</a:t>
            </a:r>
            <a:r>
              <a:rPr lang="hu-HU" dirty="0"/>
              <a:t> 2.2.2.2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04326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EAF90A3-A736-4BC9-A8F1-327724DF3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G0/0/1 és Se0/1/0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2423262-45DD-415C-9EA2-A464D7F09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hu-HU" dirty="0" err="1"/>
              <a:t>interface</a:t>
            </a:r>
            <a:r>
              <a:rPr lang="hu-HU" dirty="0"/>
              <a:t> g0/0/1</a:t>
            </a:r>
          </a:p>
          <a:p>
            <a:r>
              <a:rPr lang="en-US" dirty="0" err="1"/>
              <a:t>ip</a:t>
            </a:r>
            <a:r>
              <a:rPr lang="en-US" dirty="0"/>
              <a:t> address 192.168.4.1 255.255.255.0</a:t>
            </a:r>
          </a:p>
          <a:p>
            <a:r>
              <a:rPr lang="en-US" dirty="0"/>
              <a:t>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ospf</a:t>
            </a:r>
            <a:r>
              <a:rPr lang="en-US" dirty="0"/>
              <a:t> 1 area 0</a:t>
            </a:r>
          </a:p>
          <a:p>
            <a:r>
              <a:rPr lang="en-US" dirty="0"/>
              <a:t> negotiation auto</a:t>
            </a:r>
          </a:p>
          <a:p>
            <a:r>
              <a:rPr lang="en-US" dirty="0"/>
              <a:t>interface Serial0/1/0</a:t>
            </a:r>
          </a:p>
          <a:p>
            <a:r>
              <a:rPr lang="en-US" dirty="0"/>
              <a:t> </a:t>
            </a:r>
            <a:r>
              <a:rPr lang="en-US" dirty="0" err="1"/>
              <a:t>ip</a:t>
            </a:r>
            <a:r>
              <a:rPr lang="en-US" dirty="0"/>
              <a:t> address 192.168.5.1 255.255.255.252</a:t>
            </a:r>
          </a:p>
          <a:p>
            <a:r>
              <a:rPr lang="en-US" dirty="0"/>
              <a:t>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ospf</a:t>
            </a:r>
            <a:r>
              <a:rPr lang="en-US" dirty="0"/>
              <a:t> 1 area 0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22126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51718B1-8FA0-42C2-92FB-A645C8306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Ip</a:t>
            </a:r>
            <a:r>
              <a:rPr lang="hu-HU" dirty="0"/>
              <a:t> </a:t>
            </a:r>
            <a:r>
              <a:rPr lang="hu-HU" dirty="0" err="1"/>
              <a:t>route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7AA129E-4C1F-4985-AC60-16E6EC27F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ip</a:t>
            </a:r>
            <a:r>
              <a:rPr lang="hu-HU" dirty="0"/>
              <a:t> </a:t>
            </a:r>
            <a:r>
              <a:rPr lang="hu-HU" dirty="0" err="1"/>
              <a:t>route</a:t>
            </a:r>
            <a:r>
              <a:rPr lang="hu-HU" dirty="0"/>
              <a:t> 0.0.0.0 0.0.0.0 10.204.211.104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234824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221</Words>
  <Application>Microsoft Office PowerPoint</Application>
  <PresentationFormat>Szélesvásznú</PresentationFormat>
  <Paragraphs>56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internet</vt:lpstr>
      <vt:lpstr>alapconfig</vt:lpstr>
      <vt:lpstr>Lan interface</vt:lpstr>
      <vt:lpstr>Serial</vt:lpstr>
      <vt:lpstr>Wan interface</vt:lpstr>
      <vt:lpstr>Nat + ip route</vt:lpstr>
      <vt:lpstr>R2</vt:lpstr>
      <vt:lpstr>G0/0/1 és Se0/1/0</vt:lpstr>
      <vt:lpstr>Ip route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Vizsgazo</dc:creator>
  <cp:lastModifiedBy>Vizsgazo</cp:lastModifiedBy>
  <cp:revision>2</cp:revision>
  <dcterms:created xsi:type="dcterms:W3CDTF">2026-02-19T07:38:04Z</dcterms:created>
  <dcterms:modified xsi:type="dcterms:W3CDTF">2026-02-19T08:05:10Z</dcterms:modified>
</cp:coreProperties>
</file>