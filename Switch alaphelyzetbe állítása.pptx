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0743D-1C66-4E4F-8DC2-E7C01631C54C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8BF0-17FC-4AE1-A571-70613A280D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67147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0743D-1C66-4E4F-8DC2-E7C01631C54C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8BF0-17FC-4AE1-A571-70613A280D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90861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0743D-1C66-4E4F-8DC2-E7C01631C54C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8BF0-17FC-4AE1-A571-70613A280D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8578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0743D-1C66-4E4F-8DC2-E7C01631C54C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8BF0-17FC-4AE1-A571-70613A280D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9016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0743D-1C66-4E4F-8DC2-E7C01631C54C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8BF0-17FC-4AE1-A571-70613A280D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5832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0743D-1C66-4E4F-8DC2-E7C01631C54C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8BF0-17FC-4AE1-A571-70613A280D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24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0743D-1C66-4E4F-8DC2-E7C01631C54C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8BF0-17FC-4AE1-A571-70613A280D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06636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0743D-1C66-4E4F-8DC2-E7C01631C54C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8BF0-17FC-4AE1-A571-70613A280D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691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0743D-1C66-4E4F-8DC2-E7C01631C54C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8BF0-17FC-4AE1-A571-70613A280D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30214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0743D-1C66-4E4F-8DC2-E7C01631C54C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8BF0-17FC-4AE1-A571-70613A280D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3363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0743D-1C66-4E4F-8DC2-E7C01631C54C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8BF0-17FC-4AE1-A571-70613A280D61}" type="slidenum">
              <a:rPr lang="hu-HU" smtClean="0"/>
              <a:t>‹#›</a:t>
            </a:fld>
            <a:endParaRPr lang="hu-H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0410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0743D-1C66-4E4F-8DC2-E7C01631C54C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8BF0-17FC-4AE1-A571-70613A280D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64752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0743D-1C66-4E4F-8DC2-E7C01631C54C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8BF0-17FC-4AE1-A571-70613A280D61}" type="slidenum">
              <a:rPr lang="hu-HU" smtClean="0"/>
              <a:t>‹#›</a:t>
            </a:fld>
            <a:endParaRPr lang="hu-H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6918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0743D-1C66-4E4F-8DC2-E7C01631C54C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8BF0-17FC-4AE1-A571-70613A280D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1998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0743D-1C66-4E4F-8DC2-E7C01631C54C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8BF0-17FC-4AE1-A571-70613A280D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11137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0743D-1C66-4E4F-8DC2-E7C01631C54C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8BF0-17FC-4AE1-A571-70613A280D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5268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0743D-1C66-4E4F-8DC2-E7C01631C54C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1308BF0-17FC-4AE1-A571-70613A280D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0385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C0E0709-925B-491E-9B87-AE70D6B61E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Switch</a:t>
            </a:r>
            <a:r>
              <a:rPr lang="hu-HU" dirty="0"/>
              <a:t> alaphelyzetbe állítása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526F95F-E428-4D7D-9119-4B6695B8F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38737" y="4865615"/>
            <a:ext cx="3671582" cy="367018"/>
          </a:xfrm>
        </p:spPr>
        <p:txBody>
          <a:bodyPr>
            <a:normAutofit/>
          </a:bodyPr>
          <a:lstStyle/>
          <a:p>
            <a:r>
              <a:rPr lang="hu-HU" dirty="0"/>
              <a:t>Készítette : Patai Dániel</a:t>
            </a:r>
          </a:p>
        </p:txBody>
      </p:sp>
    </p:spTree>
    <p:extLst>
      <p:ext uri="{BB962C8B-B14F-4D97-AF65-F5344CB8AC3E}">
        <p14:creationId xmlns:p14="http://schemas.microsoft.com/office/powerpoint/2010/main" val="4197932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78DA20F-C039-484E-A5A7-D428917E2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1. lépés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EACE965-F67C-451E-B49F-3A3ECED12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Switch</a:t>
            </a:r>
            <a:r>
              <a:rPr lang="hu-HU" dirty="0"/>
              <a:t> tápkábelének kihúzása, majd visszakapcsolása.</a:t>
            </a:r>
          </a:p>
          <a:p>
            <a:r>
              <a:rPr lang="hu-HU" dirty="0"/>
              <a:t>Visszakapcsolás után </a:t>
            </a:r>
            <a:r>
              <a:rPr lang="hu-HU" dirty="0" err="1"/>
              <a:t>mode</a:t>
            </a:r>
            <a:r>
              <a:rPr lang="hu-HU" dirty="0"/>
              <a:t> </a:t>
            </a:r>
            <a:r>
              <a:rPr lang="hu-HU"/>
              <a:t>gomb lenyomása 10-15másodpercig.</a:t>
            </a:r>
          </a:p>
        </p:txBody>
      </p:sp>
    </p:spTree>
    <p:extLst>
      <p:ext uri="{BB962C8B-B14F-4D97-AF65-F5344CB8AC3E}">
        <p14:creationId xmlns:p14="http://schemas.microsoft.com/office/powerpoint/2010/main" val="1260262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59648F-D847-4E9F-9C42-D2E961E60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Flash tartalom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25593156-196C-4494-AA60-0A8885D69D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4954" y="2232403"/>
            <a:ext cx="7805131" cy="306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09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888A98-7794-4BDF-A616-FCB3EAB1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Startup törlés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5F62420E-6752-4FD2-BA87-F80F5868A4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561" y="2089329"/>
            <a:ext cx="10601867" cy="292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590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3CBFD50-E88D-4697-9BCD-4435A9055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Bootolás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705A3D5F-9284-4717-A698-65AE001B2B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3423" y="2160588"/>
            <a:ext cx="6205192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650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CF0ECF-68DA-4786-A05F-E01A1673C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Köszönöm a figyelmet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B50249B-7835-4605-97DB-1606377E2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4000" dirty="0"/>
              <a:t>Forrás: </a:t>
            </a:r>
            <a:r>
              <a:rPr lang="hu-HU" sz="4000" dirty="0" err="1"/>
              <a:t>Chatgpt</a:t>
            </a:r>
            <a:r>
              <a:rPr lang="hu-HU" sz="4000" dirty="0"/>
              <a:t> </a:t>
            </a:r>
            <a:r>
              <a:rPr lang="hu-HU" sz="4000" dirty="0" err="1"/>
              <a:t>ai</a:t>
            </a:r>
            <a:r>
              <a:rPr lang="hu-HU" sz="4000" dirty="0"/>
              <a:t> barát</a:t>
            </a:r>
          </a:p>
        </p:txBody>
      </p:sp>
    </p:spTree>
    <p:extLst>
      <p:ext uri="{BB962C8B-B14F-4D97-AF65-F5344CB8AC3E}">
        <p14:creationId xmlns:p14="http://schemas.microsoft.com/office/powerpoint/2010/main" val="3583789677"/>
      </p:ext>
    </p:extLst>
  </p:cSld>
  <p:clrMapOvr>
    <a:masterClrMapping/>
  </p:clrMapOvr>
</p:sld>
</file>

<file path=ppt/theme/theme1.xml><?xml version="1.0" encoding="utf-8"?>
<a:theme xmlns:a="http://schemas.openxmlformats.org/drawingml/2006/main" name="Dimenzió">
  <a:themeElements>
    <a:clrScheme name="Dimenzió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imenzió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menzió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37</Words>
  <Application>Microsoft Office PowerPoint</Application>
  <PresentationFormat>Szélesvásznú</PresentationFormat>
  <Paragraphs>10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Dimenzió</vt:lpstr>
      <vt:lpstr>Switch alaphelyzetbe állítása</vt:lpstr>
      <vt:lpstr>1. lépés</vt:lpstr>
      <vt:lpstr>Flash tartalom</vt:lpstr>
      <vt:lpstr>Startup törlés</vt:lpstr>
      <vt:lpstr>Bootolás</vt:lpstr>
      <vt:lpstr>Köszönöm a figyelmet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Switch alaphelyzetbe állítása</dc:title>
  <dc:creator>Vizsgazo</dc:creator>
  <cp:lastModifiedBy>Vizsgazo</cp:lastModifiedBy>
  <cp:revision>2</cp:revision>
  <dcterms:created xsi:type="dcterms:W3CDTF">2026-01-20T12:45:32Z</dcterms:created>
  <dcterms:modified xsi:type="dcterms:W3CDTF">2026-01-20T12:50:13Z</dcterms:modified>
</cp:coreProperties>
</file>